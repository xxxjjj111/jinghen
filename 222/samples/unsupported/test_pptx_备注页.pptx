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【演讲者备注-内部】实际完成率不足60%，因核心成员离职；下季度裁员预案见附件。勿外传！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项目季度汇报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公开内容：Q3 目标已完成。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季度汇报（内部）</dc:title>
  <dc:subject>内部决策</dc:subject>
  <dc:creator>张教授</dc:creator>
  <cp:keywords/>
  <dc:description>generated using python-pptx</dc:description>
  <cp:lastModifiedBy>李同学</cp:lastModifiedBy>
  <cp:revision>1</cp:revision>
  <dcterms:created xsi:type="dcterms:W3CDTF">2013-01-27T09:14:16Z</dcterms:created>
  <dcterms:modified xsi:type="dcterms:W3CDTF">2013-01-27T09:15:58Z</dcterms:modified>
  <cp:category/>
</cp:coreProperties>
</file>